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82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ANURAG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548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62915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7/2/2026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462915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Department of Information Technology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Travel Planner MERN Full Stack Collaborative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Travel Management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Mogili PavanTeja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24eg112d27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0" y="3657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Project Guide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Assistant Professor, IT Dept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Travel Planner is a comprehensive full-stack web application developed to simplify the process of organizing and managing group trips. The platform allows users to collaboratively build itineraries, track group expenses, and communicate in real-time through a secure and user-friendly interface.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Built using the MERN stack with Socket.io, the system provides a scalable, responsive, and efficient solution for modern travel planning.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Abstract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Travel Planner project is a collaborative management platform that enables users to organize their trips digitally. The system eliminates scattered planning by providing an easy-to-use centralized online platform for travelers.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Developed using React.js, Node.js, Express.js, MongoDB, and Socket.io, the application includes secure authentication, itinerary planning, expense tracking, real-time communication, and responsive user interfaces. The project demonstrates practical implementation of full-stack web development for improving travel organization and group coordination.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Full Stack Travel Management System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Interactive Itinerary Planning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Secure User Authentication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Real-time Group Chat via Socket.io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Expense Tracking and Management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User Profile &amp; Dashboard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Responsive Web Application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RESTful API Communication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MongoDB Database Integration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 group travel planning relies on scattered tools like spreadsheets, separate messaging apps, and manual expense calculations, resulting in confusion, miscommunication, and inefficient trip management. Users often struggle to access a unified view of their travel plans.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proposed Travel Planner system addresses these challenges by providing a secure online platform where users can easily collaborate on itineraries, chat in real-time, manage expenses, and centralize all travel-related activities efficiently.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 a complete MERN stack travel management application.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Simplify the group travel planning and coordination process.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Reduce reliance on multiple scattered apps for trip organization.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Implement secure JWT-based authentication.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Manage itineraries, expenses, and user information efficiently.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Provide a responsive and user-friendly interface.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Facilitate real-time communication using Socket.io.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 scalable RESTful APIs for backend communication.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User          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Register / Login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Dashboard &amp; Profile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Create/Select Trip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Plan Itinerary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Manage Expenses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Real-time Chat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User Registration &amp; Login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JWT Authentication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Trip Dashboard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Interactive Itinerary Builder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Expense Tracker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Real-time Group Chat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Responsive Design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RESTful API Integration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MongoDB Database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Presentation Layer: React.js Frontend (Tailwind CSS, Zustand, Leaflet Maps)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Business Logic Layer: Node.js + Express.js backend for REST API, Socket.io for WebSockets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Database Layer: MongoDB Atlas (Mongoose for Object Modeling)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Storage Layer: Cloudinary for image uploads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Authentication Layer: JWT and bcryptjs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User Interface (Screenshots)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88888"/>
                </a:solidFill>
              </a:rPr>
              <a:t>[ Please paste your application screenshots here 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Technologies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Frontend: React.js, Tailwind CSS, Zustand, React Leaflet, JavaScript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Backend: Node.js, Express.js, Socket.io, Node-Cron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Database: MongoDB, Mongoose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Authentication: JWT (JSON Web Token)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Development Tools: Visual Studio Code, Git, GitHub, Postman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Technical Learning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Developed a Full Stack MERN Application with Real-time features.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Designed Responsive User Interfaces using React.js and Tailwind.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Built RESTful APIs using Express.js.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Implemented WebSockets for real-time chat with Socket.io.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Integrated MongoDB Database using Mongoose.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Applied JWT Authentication for Secure Access.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Performed CRUD Operations Efficiently.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Used Git &amp; GitHub for Version Control.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Travel Planner project successfully demonstrates the development of a secure and efficient collaborative travel management platform using MERN stack technologies and WebSockets. The application simplifies trip planning, enhances user coordination, and improves expense tracking through a responsive and user-friendly interface.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This project strengthened practical knowledge in full-stack web development, real-time communication, RESTful API design, database management, authentication, and responsive application development.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Anurag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Planner MERN Project</dc:title>
  <dc:subject>PptxGenJS Presentation</dc:subject>
  <dc:creator>Mogili PavanTeja</dc:creator>
  <cp:lastModifiedBy>Mogili PavanTeja</cp:lastModifiedBy>
  <cp:revision>1</cp:revision>
  <dcterms:created xsi:type="dcterms:W3CDTF">2026-07-02T17:38:19Z</dcterms:created>
  <dcterms:modified xsi:type="dcterms:W3CDTF">2026-07-02T17:38:19Z</dcterms:modified>
</cp:coreProperties>
</file>