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Teja" userId="e12841aa4d88a85c" providerId="LiveId" clId="{DE2A7DB7-D10B-45F0-B81F-0567CE1530EF}"/>
    <pc:docChg chg="custSel modSld sldOrd">
      <pc:chgData name="Pavan Teja" userId="e12841aa4d88a85c" providerId="LiveId" clId="{DE2A7DB7-D10B-45F0-B81F-0567CE1530EF}" dt="2026-07-02T17:57:41.500" v="8" actId="21"/>
      <pc:docMkLst>
        <pc:docMk/>
      </pc:docMkLst>
      <pc:sldChg chg="delSp mod">
        <pc:chgData name="Pavan Teja" userId="e12841aa4d88a85c" providerId="LiveId" clId="{DE2A7DB7-D10B-45F0-B81F-0567CE1530EF}" dt="2026-07-02T17:56:45.116" v="6" actId="21"/>
        <pc:sldMkLst>
          <pc:docMk/>
          <pc:sldMk cId="0" sldId="257"/>
        </pc:sldMkLst>
        <pc:spChg chg="del">
          <ac:chgData name="Pavan Teja" userId="e12841aa4d88a85c" providerId="LiveId" clId="{DE2A7DB7-D10B-45F0-B81F-0567CE1530EF}" dt="2026-07-02T17:56:45.116" v="6" actId="21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Pavan Teja" userId="e12841aa4d88a85c" providerId="LiveId" clId="{DE2A7DB7-D10B-45F0-B81F-0567CE1530EF}" dt="2026-07-02T17:57:41.500" v="8" actId="21"/>
        <pc:sldMkLst>
          <pc:docMk/>
          <pc:sldMk cId="0" sldId="258"/>
        </pc:sldMkLst>
        <pc:spChg chg="del">
          <ac:chgData name="Pavan Teja" userId="e12841aa4d88a85c" providerId="LiveId" clId="{DE2A7DB7-D10B-45F0-B81F-0567CE1530EF}" dt="2026-07-02T17:57:24.038" v="7" actId="21"/>
          <ac:spMkLst>
            <pc:docMk/>
            <pc:sldMk cId="0" sldId="258"/>
            <ac:spMk id="2" creationId="{00000000-0000-0000-0000-000000000000}"/>
          </ac:spMkLst>
        </pc:spChg>
        <pc:spChg chg="del">
          <ac:chgData name="Pavan Teja" userId="e12841aa4d88a85c" providerId="LiveId" clId="{DE2A7DB7-D10B-45F0-B81F-0567CE1530EF}" dt="2026-07-02T17:57:41.500" v="8" actId="21"/>
          <ac:spMkLst>
            <pc:docMk/>
            <pc:sldMk cId="0" sldId="258"/>
            <ac:spMk id="3" creationId="{00000000-0000-0000-0000-000000000000}"/>
          </ac:spMkLst>
        </pc:spChg>
      </pc:sldChg>
      <pc:sldChg chg="ord">
        <pc:chgData name="Pavan Teja" userId="e12841aa4d88a85c" providerId="LiveId" clId="{DE2A7DB7-D10B-45F0-B81F-0567CE1530EF}" dt="2026-07-02T17:29:03.163" v="3"/>
        <pc:sldMkLst>
          <pc:docMk/>
          <pc:sldMk cId="0" sldId="266"/>
        </pc:sldMkLst>
      </pc:sldChg>
      <pc:sldChg chg="ord">
        <pc:chgData name="Pavan Teja" userId="e12841aa4d88a85c" providerId="LiveId" clId="{DE2A7DB7-D10B-45F0-B81F-0567CE1530EF}" dt="2026-07-02T17:29:04.638" v="5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89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2915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7/2/2026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286000" y="462915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Department of Information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25717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3366"/>
                </a:solidFill>
              </a:rPr>
              <a:t>Anurag University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Travel Planner MERN Full Stack Collaborative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Travel Management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Mogili PavanTeja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24eg112d27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Project Guide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Assistant Professor, IT Dept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Full Stack Travel Management System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Interactive Itinerary Planning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Secure User Authentication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Real-time Group Chat via Socket.io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Expense Tracking and Management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User Profile &amp; Dashboard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Responsive Web Application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RESTful API Communication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MongoDB Database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 group travel planning relies on scattered tools like spreadsheets, separate messaging apps, and manual expense calculations, resulting in confusion, miscommunication, and inefficient trip management. Users often struggle to access a unified view of their travel plans.</a:t>
            </a:r>
            <a:endParaRPr lang="en-US" sz="1800" dirty="0"/>
          </a:p>
          <a:p>
            <a:pPr marL="0" indent="0">
              <a:lnSpc>
                <a:spcPts val="2500"/>
              </a:lnSpc>
              <a:buNone/>
            </a:pPr>
            <a:endParaRPr lang="en-US" sz="18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proposed Travel Planner system addresses these challenges by providing a secure online platform where users can easily collaborate on itineraries, chat in real-time, manage expenses, and centralize all travel-related activities efficiently.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a complete MERN stack travel management application.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Simplify the group travel planning and coordination process.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Reduce reliance on multiple scattered apps for trip organization.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 secure JWT-based authentication.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Manage itineraries, expenses, and user information efficiently.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Provide a responsive and user-friendly interface.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Facilitate real-time communication using Socket.io.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scalable RESTful APIs for backend communication.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User       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Register / Login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Dashboard &amp; Profile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Create/Select Trip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Plan Itinerary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Manage Expenses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Real-time Chat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User Registration &amp; Login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JWT Authentication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Trip Dashboard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Interactive Itinerary Builder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Expense Tracker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Real-time Group Chat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Responsive Design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RESTful API Integration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MongoDB Database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Presentation Layer: React.js Frontend (Tailwind CSS, Zustand, Leaflet Maps)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Business Logic Layer: Node.js + Express.js backend for REST API, Socket.io for WebSockets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Database Layer: MongoDB Atlas (Mongoose for Object Modeling)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Storage Layer: Cloudinary for image uploads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Authentication Layer: JWT and bcryptjs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User Interface (Screenshots)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88888"/>
                </a:solidFill>
              </a:rPr>
              <a:t>[ Please paste your application screenshots here 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Technologies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 React.js, Tailwind CSS, Zustand, React Leaflet, JavaScript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Backend: Node.js, Express.js, Socket.io, Node-Cron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Database: MongoDB, Mongoose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Authentication: JWT (JSON Web Token)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Development Tools: Visual Studio Code, Git, GitHub, Postman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Technical Learning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Developed a Full Stack MERN Application with Real-time features.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Designed Responsive User Interfaces using React.js and Tailwind.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Built RESTful APIs using Express.js.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Implemented WebSockets for real-time chat with Socket.io.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Integrated MongoDB Database using Mongoose.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Applied JWT Authentication for Secure Access.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Performed CRUD Operations Efficiently.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Used Git &amp; GitHub for Version Control.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Travel Planner project successfully demonstrates the development of a secure and efficient collaborative travel management platform using MERN stack technologies and WebSockets. The application simplifies trip planning, enhances user coordination, and improves expense tracking through a responsive and user-friendly interface.</a:t>
            </a:r>
            <a:endParaRPr lang="en-US" sz="1800" dirty="0"/>
          </a:p>
          <a:p>
            <a:pPr marL="0" indent="0">
              <a:lnSpc>
                <a:spcPts val="2500"/>
              </a:lnSpc>
              <a:buNone/>
            </a:pPr>
            <a:endParaRPr lang="en-US" sz="18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This project strengthened practical knowledge in full-stack web development, real-time communication, RESTful API design, database management, authentication, and responsive application development.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0055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603</Words>
  <Application>Microsoft Office PowerPoint</Application>
  <PresentationFormat>On-screen Show (16:9)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Anurag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Planner MERN Project</dc:title>
  <dc:subject>PptxGenJS Presentation</dc:subject>
  <dc:creator>Mogili PavanTeja</dc:creator>
  <cp:lastModifiedBy>Pavan Teja</cp:lastModifiedBy>
  <cp:revision>1</cp:revision>
  <dcterms:created xsi:type="dcterms:W3CDTF">2026-07-02T17:17:59Z</dcterms:created>
  <dcterms:modified xsi:type="dcterms:W3CDTF">2026-07-02T17:57:43Z</dcterms:modified>
</cp:coreProperties>
</file>